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Home-Improvement Lending Marketplace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Soft-pull-only · per-funded-loan-fee · scope-anchored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2030 corpus posts across 13 sources.</a:t>
            </a:r>
          </a:p>
          <a:p>
            <a:pPr>
              <a:defRPr sz="1800"/>
            </a:pPr>
            <a:r>
              <a:t>Top painpoints derived from 6 extracted graph nodes.</a:t>
            </a:r>
          </a:p>
          <a:p>
            <a:pPr>
              <a:defRPr sz="1800"/>
            </a:pPr>
            <a:r>
              <a:t>Competitor signal from 10 apps with ≥5 reviews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Corpus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5858">
                <a:tc>
                  <a:txBody>
                    <a:bodyPr/>
                    <a:lstStyle/>
                    <a:p>
                      <a:r>
                        <a:rPr b="1" sz="12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Posts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gnews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567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432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reddit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426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playstore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199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openalex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160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71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github_issue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43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</a:t>
                      </a:r>
                    </a:p>
                  </a:txBody>
                  <a:tcPr/>
                </a:tc>
              </a:tr>
              <a:tr h="325868">
                <a:tc>
                  <a:txBody>
                    <a:bodyPr/>
                    <a:lstStyle/>
                    <a:p>
                      <a:r>
                        <a:rPr sz="1000"/>
                        <a:t>scholar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market problem (top engagement)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“I rented in my early 20s, bought a condo in my mid 20s, and finally bought a house in my early 30s. I was really terrified to make the house purchase because I know people say there are risks with homeownership. </a:t>
            </a:r>
            <a:br/>
            <a:br/>
            <a:r>
              <a:t>3 weeks into living in a house and it is the best thing that’s happened in my life. I 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r/homeowners · 2607▲ / 726💬 · id=1m0239m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1: Facing Predatory Lending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““A Slap in the Face”: Trump’s DOJ Plans to Settle Predatory Lending Case Without Compensating Victims”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2 · Opportunity 16.0/20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2: Finding reliable lending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“Mortgage rates are back near 3-year lows but most people still don’t shop correctly”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13 · Opportunity 13.0/20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3: Finding Affordable Financing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“Can't afford to repair your roof or furnace? Great Barrington is giving away up to $50K in no-interest loans to eligible homeowners”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6 · Opportunity 12.0/20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4: Finding Reliable Lenders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“before you lend, read the fine print. this app is not very lender friendly with the current terms.”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5 · Opportunity 12.0/20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5: Finding Financing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“I can also accept credit cards it’s a win win for me”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5 · Opportunity 12.0/20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Painpoint 6: Navigating Homeownership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“Being a homeowner is the best thing ever, and it’s an amazing lie that we’ve convinced people that renting an apartment is a viable alternative”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Frequency 2 · Opportunity 12.0/20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Competitor teardown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5858">
                <a:tc>
                  <a:txBody>
                    <a:bodyPr/>
                    <a:lstStyle/>
                    <a:p>
                      <a:r>
                        <a:rPr b="1" sz="1200"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Avg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1★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1★ rate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appstore:Hearth for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55%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appstore:JobNimbus: All-In-One Roof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playstore:com.prosper.borrower.mobile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appstore:ContractorTools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playstore:com.contractorforeman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appstore:Contractor+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appstore:Mr. Cooper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appstore:Prosper: Personal Loans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14%</a:t>
                      </a:r>
                    </a:p>
                  </a:txBody>
                  <a:tcPr/>
                </a:tc>
              </a:tr>
              <a:tr h="325858">
                <a:tc>
                  <a:txBody>
                    <a:bodyPr/>
                    <a:lstStyle/>
                    <a:p>
                      <a:r>
                        <a:rPr sz="1000"/>
                        <a:t>appstore:My LoanCare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29%</a:t>
                      </a:r>
                    </a:p>
                  </a:txBody>
                  <a:tcPr/>
                </a:tc>
              </a:tr>
              <a:tr h="325868">
                <a:tc>
                  <a:txBody>
                    <a:bodyPr/>
                    <a:lstStyle/>
                    <a:p>
                      <a:r>
                        <a:rPr sz="1000"/>
                        <a:t>appstore:Upstart: Personal Loans + 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of the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“Locked in a 2.75% APR during the COVID era, built up a few years of equity, and have been aggressively saving for the last four years. I’ve been house hunting in my area, Western NC, which is still very much a seller’s market despite being a lower to mid cost 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r/realestate · 2546▲ · id=1m29jin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of the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“I was an agent in SoCal for a few years. Also sold on the east coast. I know what agents do and don't do. </a:t>
            </a:r>
            <a:br/>
            <a:br/>
            <a:r>
              <a:t>I'm curious why sellers are still handing over so much money to a service that really doesn't do much. Again, I was an agent, I know the job. </a:t>
            </a:r>
            <a:br/>
            <a:br/>
            <a:r>
              <a:t>We are t”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r/realestate · 2365▲ · id=1rdg7v8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of the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i="1"/>
            </a:pPr>
            <a:r>
              <a:t>“Made an offer for a 950k home that had sat on the market for 3 weeks, with many comps sitting for 2-3 months. We went to both open houses and there was near zero traffic. No offers. </a:t>
            </a:r>
            <a:br/>
            <a:br/>
            <a:r>
              <a:t>Offered 930k with 10k seller credits because the seller kept appliances. The”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— r/realestate · 2137▲ · id=1krpcco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we'd build (top opportunities)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Facing Predatory Lending (opp 16.0/20)</a:t>
            </a:r>
          </a:p>
          <a:p>
            <a:pPr>
              <a:defRPr sz="1800"/>
            </a:pPr>
            <a:r>
              <a:t>Finding reliable lending options (opp 13.0/20)</a:t>
            </a:r>
          </a:p>
          <a:p>
            <a:pPr>
              <a:defRPr sz="1800"/>
            </a:pPr>
            <a:r>
              <a:t>Finding Affordable Financing (opp 12.0/20)</a:t>
            </a:r>
          </a:p>
          <a:p>
            <a:pPr>
              <a:defRPr sz="1800"/>
            </a:pPr>
            <a:r>
              <a:t>Finding Reliable Lenders (opp 12.0/20)</a:t>
            </a:r>
          </a:p>
          <a:p>
            <a:pPr>
              <a:defRPr sz="1800"/>
            </a:pPr>
            <a:r>
              <a:t>Finding Financing Options (opp 12.0/20)</a:t>
            </a:r>
          </a:p>
          <a:p>
            <a:pPr>
              <a:defRPr sz="1800"/>
            </a:pPr>
            <a:r>
              <a:t>Navigating Homeownership Costs (opp 12.0/20)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citation is re-pullable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Citations carry source_type / sub / id.</a:t>
            </a:r>
          </a:p>
          <a:p>
            <a:pPr>
              <a:defRPr sz="1800"/>
            </a:pPr>
            <a:r>
              <a:t>SELECT * FROM posts WHERE id = '&lt;ID&gt;';</a:t>
            </a:r>
          </a:p>
          <a:p>
            <a:pPr>
              <a:defRPr sz="1800"/>
            </a:pPr>
            <a:r>
              <a:t>App Store / Play Store IDs include the app name in `sub`.</a:t>
            </a:r>
          </a:p>
          <a:p>
            <a:pPr>
              <a:defRPr sz="1800"/>
            </a:pPr>
            <a:r>
              <a:t>Reddit IDs map to https://www.reddit.com/r/&lt;sub&gt;/comments/&lt;id&gt;/.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